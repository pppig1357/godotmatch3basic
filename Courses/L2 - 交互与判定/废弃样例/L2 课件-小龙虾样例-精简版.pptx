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A688E-9FDA-59B3-B74A-82C18D466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392EA3-386B-E0C5-5DBC-FA321455D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3715A-5386-633E-2D89-F855B5AD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03E40A-6705-19F9-FC0B-669F00D0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F180C3-B3A7-1C5D-E2EC-77BA1052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27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D74E9-75C8-1853-297D-B052857E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DDC167-22C8-5FDB-899B-A9F6816C5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0068D-7C93-190F-BF7C-79003108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C4ED5-4D0C-89E5-B40F-DCBEF6E55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47F81-1245-ED87-7BCB-25653B3D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35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C953D-37ED-84FC-6CF7-92EFEF32D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600041-5F5E-5944-42DA-F34057F9A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B38FD-D12D-953A-A84E-B6B93AD8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4A7523-FA4A-F79A-C38D-D0B7467C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0CA338-BA04-ED7A-7977-37C97EB2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74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2E200-2162-4C19-A867-EC45EDC4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A5808-052F-B91E-6E63-5F681A85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DC0E4-5E42-5497-36A2-7899BEDB2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16AE4E-46CC-3153-BF43-0305BEE4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7B5BCB-BCB6-DBCA-1AE5-1EB6D07B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D82F6A-9958-EF10-DF2A-C8504A67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84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7553A-7D0D-931C-7C0B-3BB6864D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75166E-B41C-FAF8-058D-845B845C8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59CC38-1572-120B-CE2B-2B5F017F0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13AED5-FB50-F116-0425-9C68DF178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C13686-6334-57AE-5B6C-CB5F0FA72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A44E92-5DAF-5B3D-332B-5D7DD72F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0358D7-E2DF-35DF-8893-CD24CC5A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6AE83A-3DCE-7359-820D-CF18CAF4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24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7F992-1CEC-CF70-1BAA-D3A0DB14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A80A22-7AD7-E08D-9451-46B528BD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67016-B0B1-8A6A-A527-AAEF322F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112C4E-A82C-A87D-7E57-A7DBC6DD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23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9036A6-0C69-45A4-5426-592D16E0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47C57F-E80D-3E00-A28E-70974A38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B53FEF-BFDC-6CC8-53A0-19B04AE1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51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19D22-DE7A-8AD2-3FF5-D9076133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201796-0E77-AB7E-59E8-F44E34ADE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5114AF-55BD-94BF-65B8-B424CE8D4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3568C4-EDC0-0F40-A85E-22483CAE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735A5-474E-B17B-18BF-4F7D567C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72E2E4-1951-AB88-5EB3-0618F59B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02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C782D-0115-C8E6-9AC6-673F733B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3FBED3-3D63-EA82-CA3E-43F31DC51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E28866-EB01-BB69-8CA9-C0648CD23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29D480-729A-8E13-4B39-428A02B0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ADE747-0656-39B3-874E-4B89D71D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A5AA65-3D6E-1CBE-81E3-6786FFEA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58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AF086-E626-9070-4E08-5464676A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E9641E-3321-5349-0F03-EB617251F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4CD200-2817-9AA1-1804-2679A174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6DD6C5-FB80-EB4A-DC3E-2457421B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BC19D-8B5D-71B2-1013-7C22AE92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07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1556DB-D2D9-C470-F858-8D8BE4B7E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7423F4-93C4-A2B6-28F6-5B85861F8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347146-0607-FF2D-440E-741FEAC0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77185-1E47-18D8-938C-81504B79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5DA51-2D5B-7DDF-DD10-B5A3D4F8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535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D5930-9F91-0D55-56FB-B38E56D45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107408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pic>
        <p:nvPicPr>
          <p:cNvPr id="7" name="图片 6" descr="徽标&#10;&#10;描述已自动生成">
            <a:extLst>
              <a:ext uri="{FF2B5EF4-FFF2-40B4-BE49-F238E27FC236}">
                <a16:creationId xmlns:a16="http://schemas.microsoft.com/office/drawing/2014/main" id="{4711E3EF-1573-5A79-25C3-0961F05A5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4A0A1BEE-AB7A-B021-58AD-3DADC214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C2A25001-E83A-5DCC-38C2-B3C73FF9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3AF52B-5465-7A48-95CC-3B1E27A4BFCA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2DE9E4BF-C630-701B-9052-23FA8A21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7523D007-EC50-4DD2-5583-37512B9C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1C3DBC-66A6-3747-B537-D9767DBD74A0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4624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E0C56D-70E1-AD1D-8EC4-F8056CAF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DE0841-C32B-C633-3F04-A2792EC7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C69D1A-D870-46AD-B610-1CA6C87F0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B9112-AF41-4F87-7AEE-0BD50D935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101A8-BCDB-2232-D51A-02242E3C6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43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BE4013-808A-C812-AA9A-499D303D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FAA95-B6DC-44A9-6330-DF671B9BE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991" y="1825625"/>
            <a:ext cx="107740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9AD166-C292-7A67-4109-8A865BD68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7275" y="63615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83AF52B-5465-7A48-95CC-3B1E27A4BFCA}" type="datetimeFigureOut">
              <a:rPr kumimoji="1" lang="zh-CN" altLang="en-US" smtClean="0"/>
              <a:pPr/>
              <a:t>2026/8/18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E2581-49CE-8F32-BE7E-BBAEB25E4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D5F84-390A-5928-DA5F-482357AB0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98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41C3DBC-66A6-3747-B537-D9767DBD74A0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4" name="图片 13" descr="徽标&#10;&#10;描述已自动生成">
            <a:extLst>
              <a:ext uri="{FF2B5EF4-FFF2-40B4-BE49-F238E27FC236}">
                <a16:creationId xmlns:a16="http://schemas.microsoft.com/office/drawing/2014/main" id="{6C208722-897C-C7D4-5817-92DA390C4D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3200" b="1" i="0" kern="1200" dirty="0" smtClean="0">
          <a:solidFill>
            <a:srgbClr val="4B88A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850900"/>
            <a:ext cx="955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状态机：游戏任何时刻都处于四种状态之一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52600"/>
            <a:ext cx="8966200" cy="54864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778000"/>
            <a:ext cx="8890000" cy="497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F1F1F"/>
                </a:solidFill>
                <a:latin typeface="Consolas"/>
                <a:ea typeface="Consolas"/>
              </a:rPr>
              <a:t>enum State { IDLE, SELECTED, SWAPPING, RESOLVING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453640"/>
            <a:ext cx="10744200" cy="26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一组</a:t>
            </a:r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有名字的整数常量</a:t>
            </a: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：IDLE=0 … RESOLVING=3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⚠️ 记住后两个状态：SWAPPING / RESOLVING = </a:t>
            </a:r>
            <a:r>
              <a:rPr sz="2000" b="1">
                <a:solidFill>
                  <a:srgbClr val="C00000"/>
                </a:solidFill>
                <a:latin typeface="微软雅黑"/>
                <a:ea typeface="微软雅黑"/>
              </a:rPr>
              <a:t>刹车</a:t>
            </a:r>
            <a:r>
              <a:rPr sz="2000" b="0">
                <a:solidFill>
                  <a:srgbClr val="C00000"/>
                </a:solidFill>
                <a:latin typeface="微软雅黑"/>
                <a:ea typeface="微软雅黑"/>
              </a:rPr>
              <a:t>（动画中锁输入）</a:t>
            </a:r>
          </a:p>
          <a:p>
            <a:r>
              <a:rPr sz="2000" b="1">
                <a:solidFill>
                  <a:srgbClr val="00B050"/>
                </a:solidFill>
                <a:latin typeface="微软雅黑"/>
                <a:ea typeface="微软雅黑"/>
              </a:rPr>
              <a:t>状态 = 游戏的记忆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5969000"/>
            <a:ext cx="10744200" cy="76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代码为什么只有一行？四个状态的含义全靠口播讲——</a:t>
            </a:r>
            <a:r>
              <a:rPr sz="1800" b="1">
                <a:solidFill>
                  <a:srgbClr val="C00000"/>
                </a:solidFill>
                <a:latin typeface="微软雅黑"/>
                <a:ea typeface="微软雅黑"/>
              </a:rPr>
              <a:t>去注释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850900"/>
            <a:ext cx="955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B88A2"/>
                </a:solidFill>
                <a:latin typeface="微软雅黑"/>
                <a:ea typeface="微软雅黑"/>
              </a:rPr>
              <a:t>_on_pointer_down（上）：拿坐标 → 点空白 → 空闲选中</a:t>
            </a:r>
          </a:p>
        </p:txBody>
      </p:sp>
      <p:sp>
        <p:nvSpPr>
          <p:cNvPr id="5" name="Rectangle 4"/>
          <p:cNvSpPr/>
          <p:nvPr/>
        </p:nvSpPr>
        <p:spPr>
          <a:xfrm>
            <a:off x="469900" y="1752600"/>
            <a:ext cx="9525000" cy="34544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1778000"/>
            <a:ext cx="9448800" cy="340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func _on_pointer_down() -&gt; void: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var world := get_global_mouse_position()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var clicked: Gem = board.get_gem_at(board.world_to_grid(world))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if clicked == null: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	_deselect()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	state = State.IDLE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	return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_select(clicked)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state = State.SELECTED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$SfxSelect.play()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5359400"/>
            <a:ext cx="11176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组合拳：</a:t>
            </a:r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get_gem_at( world_to_grid( world ) )</a:t>
            </a:r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 —— 一行干两步</a:t>
            </a:r>
          </a:p>
          <a:p>
            <a:r>
              <a:rPr sz="1800" b="1">
                <a:solidFill>
                  <a:srgbClr val="C00000"/>
                </a:solidFill>
                <a:latin typeface="微软雅黑"/>
                <a:ea typeface="微软雅黑"/>
              </a:rPr>
              <a:t>点空白</a:t>
            </a:r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（(-1,-1) 暗号）→ 取消选中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空闲点宝石 → </a:t>
            </a:r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亮面具 + state = SELECTED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850900"/>
            <a:ext cx="955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先背规则：点一下，游戏该怎么反应？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778000"/>
            <a:ext cx="58420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游戏现在空闲（IDLE）：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点宝石 → 选中（面具亮）→ SELECTED</a:t>
            </a:r>
          </a:p>
          <a:p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游戏已选中一颗（SELECTED）：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点自己 → 取消（面具灭）→ IDLE</a:t>
            </a:r>
          </a:p>
          <a:p>
            <a:r>
              <a:rPr sz="2000" b="0">
                <a:solidFill>
                  <a:srgbClr val="00B050"/>
                </a:solidFill>
                <a:latin typeface="微软雅黑"/>
                <a:ea typeface="微软雅黑"/>
              </a:rPr>
              <a:t>点相邻 → 交换两颗（核心玩法）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点非相邻 → 换选（旧灭新亮）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点空白 → 取消 → IDLE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6000" y="1778000"/>
            <a:ext cx="4445000" cy="2258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状态切换表：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IDLE + 点宝石 → SELECTED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SELECTED + 点自己/空白 → IDLE</a:t>
            </a:r>
          </a:p>
          <a:p>
            <a:r>
              <a:rPr sz="1800" b="0">
                <a:solidFill>
                  <a:srgbClr val="00B050"/>
                </a:solidFill>
                <a:latin typeface="微软雅黑"/>
                <a:ea typeface="微软雅黑"/>
              </a:rPr>
              <a:t>SELECTED + 点相邻 → SWAPPING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SELECTED + 点非相邻 → SELECTED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SWAPPING/RESOLVING → 锁输入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969000"/>
            <a:ext cx="10744200" cy="4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B050"/>
                </a:solidFill>
                <a:latin typeface="微软雅黑"/>
                <a:ea typeface="微软雅黑"/>
              </a:rPr>
              <a:t>代码 = 表的翻译，没有魔法。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演示文稿1" id="{F96998C9-D3D4-074E-89A7-692BD15AF1A0}" vid="{5F379A9C-F887-0E43-8519-9C6CB54CE4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6226</Words>
  <Application>Microsoft Office PowerPoint</Application>
  <PresentationFormat>宽屏</PresentationFormat>
  <Paragraphs>302</Paragraphs>
  <Slides>43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Microsoft YaHei UI</vt:lpstr>
      <vt:lpstr>等线</vt:lpstr>
      <vt:lpstr>等线 Light</vt:lpstr>
      <vt:lpstr>华文行楷</vt:lpstr>
      <vt:lpstr>微软雅黑</vt:lpstr>
      <vt:lpstr>Arial</vt:lpstr>
      <vt:lpstr>Consolas</vt:lpstr>
      <vt:lpstr>Times New Roman</vt:lpstr>
      <vt:lpstr>Office 主题​​</vt:lpstr>
      <vt:lpstr>1_Office 主题​​</vt:lpstr>
      <vt:lpstr>包装程序外壳对象</vt:lpstr>
      <vt:lpstr>Infoco*IGC 联合社课 游戏开发先导课</vt:lpstr>
      <vt:lpstr>欢迎走上这条无底的不归路！（模拟浇冷水的背景图）</vt:lpstr>
      <vt:lpstr>课程计划：一份基础三消游戏</vt:lpstr>
      <vt:lpstr>需要你去做的：</vt:lpstr>
      <vt:lpstr>链接页</vt:lpstr>
      <vt:lpstr>为什么用Godot？</vt:lpstr>
      <vt:lpstr>为什么讲三消？</vt:lpstr>
      <vt:lpstr>设计拆解</vt:lpstr>
      <vt:lpstr>好了现在终于轮到我们的实操环节了（喜）</vt:lpstr>
      <vt:lpstr>新项目</vt:lpstr>
      <vt:lpstr>设置和素材</vt:lpstr>
      <vt:lpstr>进度已达成：这是？工作台！</vt:lpstr>
      <vt:lpstr>gem.tscn</vt:lpstr>
      <vt:lpstr>调整大小</vt:lpstr>
      <vt:lpstr>如法炮制一下，添加ColorRect</vt:lpstr>
      <vt:lpstr>准备添加灵魂</vt:lpstr>
      <vt:lpstr>进度已达成：整装上阵！</vt:lpstr>
      <vt:lpstr>开始拼代码环节：代码总览（gem.gd）</vt:lpstr>
      <vt:lpstr>奠定全文基调</vt:lpstr>
      <vt:lpstr>枚举宝石类型</vt:lpstr>
      <vt:lpstr>这是什么石头？石头在哪里？（抽屉格）</vt:lpstr>
      <vt:lpstr>获得子节点</vt:lpstr>
      <vt:lpstr>换色的方法 </vt:lpstr>
      <vt:lpstr>初始设置（登记身份ID）</vt:lpstr>
      <vt:lpstr>回到根节点，确认新增的内容</vt:lpstr>
      <vt:lpstr>开始添加宝石贴图，处理小警告</vt:lpstr>
      <vt:lpstr>达成成就：钻石！</vt:lpstr>
      <vt:lpstr>是时候开始准备主场景了~</vt:lpstr>
      <vt:lpstr>board.gd需要做的：</vt:lpstr>
      <vt:lpstr>原料：棋盘的格子和大小，准备实例化</vt:lpstr>
      <vt:lpstr>继续弄原料：待填满的数组</vt:lpstr>
      <vt:lpstr>零件：随机宝石</vt:lpstr>
      <vt:lpstr>零件：逻辑坐标 → 像素坐标</vt:lpstr>
      <vt:lpstr>有了原料和零件，那么我们开始组装吧~</vt:lpstr>
      <vt:lpstr>让宝石填满全格：清场 → 清表 → 双层循环 → 装表</vt:lpstr>
      <vt:lpstr>临时借用，判断三消是否成立</vt:lpstr>
      <vt:lpstr>保证游戏体验：开局查已有匹配 → 有就换随机色 → 再查</vt:lpstr>
      <vt:lpstr>组装</vt:lpstr>
      <vt:lpstr>继续优化：让棋盘位于窗口正中央</vt:lpstr>
      <vt:lpstr>总装！插上电源！</vt:lpstr>
      <vt:lpstr>达成成就：组织向导</vt:lpstr>
      <vt:lpstr>总结</vt:lpstr>
      <vt:lpstr>谢谢大家！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mingqi he</dc:creator>
  <cp:lastModifiedBy>mingqi he</cp:lastModifiedBy>
  <cp:revision>55</cp:revision>
  <dcterms:created xsi:type="dcterms:W3CDTF">2026-08-16T07:46:12Z</dcterms:created>
  <dcterms:modified xsi:type="dcterms:W3CDTF">2026-08-18T13:17:14Z</dcterms:modified>
</cp:coreProperties>
</file>